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2" r:id="rId5"/>
    <p:sldId id="261" r:id="rId6"/>
    <p:sldId id="263" r:id="rId7"/>
    <p:sldId id="271" r:id="rId8"/>
    <p:sldId id="264" r:id="rId9"/>
    <p:sldId id="265" r:id="rId10"/>
    <p:sldId id="272" r:id="rId11"/>
    <p:sldId id="266" r:id="rId12"/>
    <p:sldId id="273" r:id="rId13"/>
    <p:sldId id="258" r:id="rId14"/>
    <p:sldId id="267" r:id="rId15"/>
    <p:sldId id="268" r:id="rId16"/>
    <p:sldId id="269" r:id="rId17"/>
    <p:sldId id="270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DDEAA-A2B5-41F7-A013-948DD3CB784A}" v="57" dt="2026-07-24T05:03:29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eetha gorli" userId="d91e28ba29754431" providerId="LiveId" clId="{6ACBCDCC-3032-40FE-B166-3BE88E1CB0F4}"/>
    <pc:docChg chg="undo custSel addSld modSld">
      <pc:chgData name="suneetha gorli" userId="d91e28ba29754431" providerId="LiveId" clId="{6ACBCDCC-3032-40FE-B166-3BE88E1CB0F4}" dt="2026-07-24T05:07:38.435" v="417" actId="1076"/>
      <pc:docMkLst>
        <pc:docMk/>
      </pc:docMkLst>
      <pc:sldChg chg="modSp mod">
        <pc:chgData name="suneetha gorli" userId="d91e28ba29754431" providerId="LiveId" clId="{6ACBCDCC-3032-40FE-B166-3BE88E1CB0F4}" dt="2026-07-24T05:03:52.220" v="401" actId="1036"/>
        <pc:sldMkLst>
          <pc:docMk/>
          <pc:sldMk cId="0" sldId="256"/>
        </pc:sldMkLst>
        <pc:spChg chg="mod">
          <ac:chgData name="suneetha gorli" userId="d91e28ba29754431" providerId="LiveId" clId="{6ACBCDCC-3032-40FE-B166-3BE88E1CB0F4}" dt="2026-07-24T05:03:47.538" v="397" actId="1076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suneetha gorli" userId="d91e28ba29754431" providerId="LiveId" clId="{6ACBCDCC-3032-40FE-B166-3BE88E1CB0F4}" dt="2026-07-24T05:03:52.220" v="401" actId="1036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suneetha gorli" userId="d91e28ba29754431" providerId="LiveId" clId="{6ACBCDCC-3032-40FE-B166-3BE88E1CB0F4}" dt="2026-07-24T04:16:22.563" v="328" actId="20577"/>
        <pc:sldMkLst>
          <pc:docMk/>
          <pc:sldMk cId="0" sldId="257"/>
        </pc:sldMkLst>
        <pc:spChg chg="mod">
          <ac:chgData name="suneetha gorli" userId="d91e28ba29754431" providerId="LiveId" clId="{6ACBCDCC-3032-40FE-B166-3BE88E1CB0F4}" dt="2026-07-24T04:16:22.563" v="328" actId="20577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suneetha gorli" userId="d91e28ba29754431" providerId="LiveId" clId="{6ACBCDCC-3032-40FE-B166-3BE88E1CB0F4}" dt="2026-07-23T09:02:08.483" v="13" actId="1036"/>
          <ac:spMkLst>
            <pc:docMk/>
            <pc:sldMk cId="0" sldId="257"/>
            <ac:spMk id="105" creationId="{00000000-0000-0000-0000-000000000000}"/>
          </ac:spMkLst>
        </pc:spChg>
      </pc:sldChg>
      <pc:sldChg chg="modSp mod">
        <pc:chgData name="suneetha gorli" userId="d91e28ba29754431" providerId="LiveId" clId="{6ACBCDCC-3032-40FE-B166-3BE88E1CB0F4}" dt="2026-07-24T04:07:27.623" v="222" actId="1076"/>
        <pc:sldMkLst>
          <pc:docMk/>
          <pc:sldMk cId="0" sldId="258"/>
        </pc:sldMkLst>
        <pc:spChg chg="mod">
          <ac:chgData name="suneetha gorli" userId="d91e28ba29754431" providerId="LiveId" clId="{6ACBCDCC-3032-40FE-B166-3BE88E1CB0F4}" dt="2026-07-24T04:05:06.498" v="186" actId="14100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suneetha gorli" userId="d91e28ba29754431" providerId="LiveId" clId="{6ACBCDCC-3032-40FE-B166-3BE88E1CB0F4}" dt="2026-07-24T04:07:27.623" v="222" actId="1076"/>
          <ac:spMkLst>
            <pc:docMk/>
            <pc:sldMk cId="0" sldId="258"/>
            <ac:spMk id="111" creationId="{00000000-0000-0000-0000-000000000000}"/>
          </ac:spMkLst>
        </pc:spChg>
      </pc:sldChg>
      <pc:sldChg chg="modSp add mod">
        <pc:chgData name="suneetha gorli" userId="d91e28ba29754431" providerId="LiveId" clId="{6ACBCDCC-3032-40FE-B166-3BE88E1CB0F4}" dt="2026-07-23T09:03:51.635" v="26" actId="1076"/>
        <pc:sldMkLst>
          <pc:docMk/>
          <pc:sldMk cId="3223315833" sldId="260"/>
        </pc:sldMkLst>
        <pc:spChg chg="mod">
          <ac:chgData name="suneetha gorli" userId="d91e28ba29754431" providerId="LiveId" clId="{6ACBCDCC-3032-40FE-B166-3BE88E1CB0F4}" dt="2026-07-23T09:03:51.635" v="26" actId="1076"/>
          <ac:spMkLst>
            <pc:docMk/>
            <pc:sldMk cId="3223315833" sldId="260"/>
            <ac:spMk id="104" creationId="{D1B5C5CA-DE54-7BC2-DAB5-A47F5A96B99B}"/>
          </ac:spMkLst>
        </pc:spChg>
        <pc:spChg chg="mod">
          <ac:chgData name="suneetha gorli" userId="d91e28ba29754431" providerId="LiveId" clId="{6ACBCDCC-3032-40FE-B166-3BE88E1CB0F4}" dt="2026-07-23T09:03:40.875" v="23" actId="207"/>
          <ac:spMkLst>
            <pc:docMk/>
            <pc:sldMk cId="3223315833" sldId="260"/>
            <ac:spMk id="105" creationId="{8D91B53B-451D-0943-484E-53F2ABD638FE}"/>
          </ac:spMkLst>
        </pc:spChg>
      </pc:sldChg>
      <pc:sldChg chg="modSp add mod">
        <pc:chgData name="suneetha gorli" userId="d91e28ba29754431" providerId="LiveId" clId="{6ACBCDCC-3032-40FE-B166-3BE88E1CB0F4}" dt="2026-07-23T09:12:56.546" v="50" actId="1036"/>
        <pc:sldMkLst>
          <pc:docMk/>
          <pc:sldMk cId="44542216" sldId="261"/>
        </pc:sldMkLst>
        <pc:spChg chg="mod">
          <ac:chgData name="suneetha gorli" userId="d91e28ba29754431" providerId="LiveId" clId="{6ACBCDCC-3032-40FE-B166-3BE88E1CB0F4}" dt="2026-07-23T09:12:50.446" v="48" actId="1076"/>
          <ac:spMkLst>
            <pc:docMk/>
            <pc:sldMk cId="44542216" sldId="261"/>
            <ac:spMk id="104" creationId="{4682D81F-6CBB-3B44-8327-0CC8ECF103E3}"/>
          </ac:spMkLst>
        </pc:spChg>
        <pc:spChg chg="mod">
          <ac:chgData name="suneetha gorli" userId="d91e28ba29754431" providerId="LiveId" clId="{6ACBCDCC-3032-40FE-B166-3BE88E1CB0F4}" dt="2026-07-23T09:12:56.546" v="50" actId="1036"/>
          <ac:spMkLst>
            <pc:docMk/>
            <pc:sldMk cId="44542216" sldId="261"/>
            <ac:spMk id="105" creationId="{28111CB5-1340-767D-17DC-C72EC4530145}"/>
          </ac:spMkLst>
        </pc:spChg>
      </pc:sldChg>
      <pc:sldChg chg="modSp add mod">
        <pc:chgData name="suneetha gorli" userId="d91e28ba29754431" providerId="LiveId" clId="{6ACBCDCC-3032-40FE-B166-3BE88E1CB0F4}" dt="2026-07-23T09:12:33.936" v="46" actId="1076"/>
        <pc:sldMkLst>
          <pc:docMk/>
          <pc:sldMk cId="500528485" sldId="262"/>
        </pc:sldMkLst>
        <pc:spChg chg="mod">
          <ac:chgData name="suneetha gorli" userId="d91e28ba29754431" providerId="LiveId" clId="{6ACBCDCC-3032-40FE-B166-3BE88E1CB0F4}" dt="2026-07-23T09:12:22.346" v="45" actId="2710"/>
          <ac:spMkLst>
            <pc:docMk/>
            <pc:sldMk cId="500528485" sldId="262"/>
            <ac:spMk id="104" creationId="{470DA6FA-74F5-6ACC-397A-D7D22EADF903}"/>
          </ac:spMkLst>
        </pc:spChg>
        <pc:spChg chg="mod">
          <ac:chgData name="suneetha gorli" userId="d91e28ba29754431" providerId="LiveId" clId="{6ACBCDCC-3032-40FE-B166-3BE88E1CB0F4}" dt="2026-07-23T09:12:33.936" v="46" actId="1076"/>
          <ac:spMkLst>
            <pc:docMk/>
            <pc:sldMk cId="500528485" sldId="262"/>
            <ac:spMk id="105" creationId="{C1F4D2FE-DC14-22A0-1F6A-A6C7D5A029D1}"/>
          </ac:spMkLst>
        </pc:spChg>
      </pc:sldChg>
      <pc:sldChg chg="modSp add mod">
        <pc:chgData name="suneetha gorli" userId="d91e28ba29754431" providerId="LiveId" clId="{6ACBCDCC-3032-40FE-B166-3BE88E1CB0F4}" dt="2026-07-24T05:04:45.174" v="409" actId="20577"/>
        <pc:sldMkLst>
          <pc:docMk/>
          <pc:sldMk cId="650824437" sldId="263"/>
        </pc:sldMkLst>
        <pc:spChg chg="mod">
          <ac:chgData name="suneetha gorli" userId="d91e28ba29754431" providerId="LiveId" clId="{6ACBCDCC-3032-40FE-B166-3BE88E1CB0F4}" dt="2026-07-24T05:04:45.174" v="409" actId="20577"/>
          <ac:spMkLst>
            <pc:docMk/>
            <pc:sldMk cId="650824437" sldId="263"/>
            <ac:spMk id="104" creationId="{F9E2092D-FF3B-E2D3-4D81-BC3BE0684C51}"/>
          </ac:spMkLst>
        </pc:spChg>
        <pc:spChg chg="mod">
          <ac:chgData name="suneetha gorli" userId="d91e28ba29754431" providerId="LiveId" clId="{6ACBCDCC-3032-40FE-B166-3BE88E1CB0F4}" dt="2026-07-23T09:16:00.645" v="71" actId="1076"/>
          <ac:spMkLst>
            <pc:docMk/>
            <pc:sldMk cId="650824437" sldId="263"/>
            <ac:spMk id="105" creationId="{31101F11-4A20-4C98-E4E9-744C9B277384}"/>
          </ac:spMkLst>
        </pc:spChg>
      </pc:sldChg>
      <pc:sldChg chg="addSp modSp add mod">
        <pc:chgData name="suneetha gorli" userId="d91e28ba29754431" providerId="LiveId" clId="{6ACBCDCC-3032-40FE-B166-3BE88E1CB0F4}" dt="2026-07-24T03:42:57.285" v="101" actId="1076"/>
        <pc:sldMkLst>
          <pc:docMk/>
          <pc:sldMk cId="3219050651" sldId="264"/>
        </pc:sldMkLst>
        <pc:spChg chg="mod">
          <ac:chgData name="suneetha gorli" userId="d91e28ba29754431" providerId="LiveId" clId="{6ACBCDCC-3032-40FE-B166-3BE88E1CB0F4}" dt="2026-07-24T03:42:21.629" v="95" actId="1076"/>
          <ac:spMkLst>
            <pc:docMk/>
            <pc:sldMk cId="3219050651" sldId="264"/>
            <ac:spMk id="104" creationId="{3E5D8763-7C57-164F-95E5-CAC31B190C63}"/>
          </ac:spMkLst>
        </pc:spChg>
        <pc:spChg chg="mod">
          <ac:chgData name="suneetha gorli" userId="d91e28ba29754431" providerId="LiveId" clId="{6ACBCDCC-3032-40FE-B166-3BE88E1CB0F4}" dt="2026-07-24T03:42:02.614" v="92" actId="1076"/>
          <ac:spMkLst>
            <pc:docMk/>
            <pc:sldMk cId="3219050651" sldId="264"/>
            <ac:spMk id="105" creationId="{9B449F2B-C088-0D89-E9EE-84E113F996D5}"/>
          </ac:spMkLst>
        </pc:spChg>
        <pc:picChg chg="add mod">
          <ac:chgData name="suneetha gorli" userId="d91e28ba29754431" providerId="LiveId" clId="{6ACBCDCC-3032-40FE-B166-3BE88E1CB0F4}" dt="2026-07-24T03:42:57.285" v="101" actId="1076"/>
          <ac:picMkLst>
            <pc:docMk/>
            <pc:sldMk cId="3219050651" sldId="264"/>
            <ac:picMk id="3" creationId="{9065A0B1-0C05-4840-8891-254A64F03AD3}"/>
          </ac:picMkLst>
        </pc:picChg>
      </pc:sldChg>
      <pc:sldChg chg="addSp delSp modSp add mod">
        <pc:chgData name="suneetha gorli" userId="d91e28ba29754431" providerId="LiveId" clId="{6ACBCDCC-3032-40FE-B166-3BE88E1CB0F4}" dt="2026-07-24T05:07:38.435" v="417" actId="1076"/>
        <pc:sldMkLst>
          <pc:docMk/>
          <pc:sldMk cId="3179355695" sldId="265"/>
        </pc:sldMkLst>
        <pc:spChg chg="mod">
          <ac:chgData name="suneetha gorli" userId="d91e28ba29754431" providerId="LiveId" clId="{6ACBCDCC-3032-40FE-B166-3BE88E1CB0F4}" dt="2026-07-24T03:52:32.793" v="114" actId="255"/>
          <ac:spMkLst>
            <pc:docMk/>
            <pc:sldMk cId="3179355695" sldId="265"/>
            <ac:spMk id="104" creationId="{85464DBD-99F0-930F-F92C-8C4979CB2353}"/>
          </ac:spMkLst>
        </pc:spChg>
        <pc:spChg chg="mod">
          <ac:chgData name="suneetha gorli" userId="d91e28ba29754431" providerId="LiveId" clId="{6ACBCDCC-3032-40FE-B166-3BE88E1CB0F4}" dt="2026-07-24T03:50:14.826" v="109" actId="1076"/>
          <ac:spMkLst>
            <pc:docMk/>
            <pc:sldMk cId="3179355695" sldId="265"/>
            <ac:spMk id="105" creationId="{83EF6796-DCAE-7EDE-ACA3-43EEF40C9786}"/>
          </ac:spMkLst>
        </pc:spChg>
        <pc:picChg chg="add del mod">
          <ac:chgData name="suneetha gorli" userId="d91e28ba29754431" providerId="LiveId" clId="{6ACBCDCC-3032-40FE-B166-3BE88E1CB0F4}" dt="2026-07-24T05:07:26.879" v="410" actId="478"/>
          <ac:picMkLst>
            <pc:docMk/>
            <pc:sldMk cId="3179355695" sldId="265"/>
            <ac:picMk id="3" creationId="{290FCA88-0F25-4703-3644-A4B7B165D4DA}"/>
          </ac:picMkLst>
        </pc:picChg>
        <pc:picChg chg="add mod">
          <ac:chgData name="suneetha gorli" userId="d91e28ba29754431" providerId="LiveId" clId="{6ACBCDCC-3032-40FE-B166-3BE88E1CB0F4}" dt="2026-07-24T05:07:34.213" v="415" actId="1076"/>
          <ac:picMkLst>
            <pc:docMk/>
            <pc:sldMk cId="3179355695" sldId="265"/>
            <ac:picMk id="5" creationId="{EF4A2201-D93A-A939-E064-70F3E768A0BF}"/>
          </ac:picMkLst>
        </pc:picChg>
        <pc:picChg chg="add mod">
          <ac:chgData name="suneetha gorli" userId="d91e28ba29754431" providerId="LiveId" clId="{6ACBCDCC-3032-40FE-B166-3BE88E1CB0F4}" dt="2026-07-24T05:07:36.195" v="416" actId="1076"/>
          <ac:picMkLst>
            <pc:docMk/>
            <pc:sldMk cId="3179355695" sldId="265"/>
            <ac:picMk id="7" creationId="{A622946D-AA87-271F-B19A-5C18327B8C88}"/>
          </ac:picMkLst>
        </pc:picChg>
        <pc:picChg chg="add mod">
          <ac:chgData name="suneetha gorli" userId="d91e28ba29754431" providerId="LiveId" clId="{6ACBCDCC-3032-40FE-B166-3BE88E1CB0F4}" dt="2026-07-24T05:07:38.435" v="417" actId="1076"/>
          <ac:picMkLst>
            <pc:docMk/>
            <pc:sldMk cId="3179355695" sldId="265"/>
            <ac:picMk id="9" creationId="{7BF44A6A-59DB-664F-1481-300E76F94B28}"/>
          </ac:picMkLst>
        </pc:picChg>
        <pc:picChg chg="add mod">
          <ac:chgData name="suneetha gorli" userId="d91e28ba29754431" providerId="LiveId" clId="{6ACBCDCC-3032-40FE-B166-3BE88E1CB0F4}" dt="2026-07-24T05:07:32.083" v="414" actId="14100"/>
          <ac:picMkLst>
            <pc:docMk/>
            <pc:sldMk cId="3179355695" sldId="265"/>
            <ac:picMk id="11" creationId="{5FC560E3-6337-1605-9241-2E2E11562947}"/>
          </ac:picMkLst>
        </pc:picChg>
      </pc:sldChg>
      <pc:sldChg chg="modSp add mod">
        <pc:chgData name="suneetha gorli" userId="d91e28ba29754431" providerId="LiveId" clId="{6ACBCDCC-3032-40FE-B166-3BE88E1CB0F4}" dt="2026-07-24T03:58:39.363" v="153" actId="1076"/>
        <pc:sldMkLst>
          <pc:docMk/>
          <pc:sldMk cId="2249342467" sldId="266"/>
        </pc:sldMkLst>
        <pc:spChg chg="mod">
          <ac:chgData name="suneetha gorli" userId="d91e28ba29754431" providerId="LiveId" clId="{6ACBCDCC-3032-40FE-B166-3BE88E1CB0F4}" dt="2026-07-24T03:58:03" v="151" actId="1076"/>
          <ac:spMkLst>
            <pc:docMk/>
            <pc:sldMk cId="2249342467" sldId="266"/>
            <ac:spMk id="104" creationId="{A46628CE-8FE8-080B-3DA3-64A27A76C03C}"/>
          </ac:spMkLst>
        </pc:spChg>
        <pc:spChg chg="mod">
          <ac:chgData name="suneetha gorli" userId="d91e28ba29754431" providerId="LiveId" clId="{6ACBCDCC-3032-40FE-B166-3BE88E1CB0F4}" dt="2026-07-24T03:58:39.363" v="153" actId="1076"/>
          <ac:spMkLst>
            <pc:docMk/>
            <pc:sldMk cId="2249342467" sldId="266"/>
            <ac:spMk id="105" creationId="{0EA5E264-CCF6-303A-6BF9-4D5035529C5A}"/>
          </ac:spMkLst>
        </pc:spChg>
      </pc:sldChg>
      <pc:sldChg chg="addSp modSp add mod">
        <pc:chgData name="suneetha gorli" userId="d91e28ba29754431" providerId="LiveId" clId="{6ACBCDCC-3032-40FE-B166-3BE88E1CB0F4}" dt="2026-07-24T04:10:25.461" v="239" actId="1076"/>
        <pc:sldMkLst>
          <pc:docMk/>
          <pc:sldMk cId="2657692800" sldId="267"/>
        </pc:sldMkLst>
        <pc:spChg chg="mod">
          <ac:chgData name="suneetha gorli" userId="d91e28ba29754431" providerId="LiveId" clId="{6ACBCDCC-3032-40FE-B166-3BE88E1CB0F4}" dt="2026-07-24T04:08:30.269" v="229" actId="14100"/>
          <ac:spMkLst>
            <pc:docMk/>
            <pc:sldMk cId="2657692800" sldId="267"/>
            <ac:spMk id="110" creationId="{FECC4597-B014-C7A0-106A-A3CEBFF77233}"/>
          </ac:spMkLst>
        </pc:spChg>
        <pc:spChg chg="mod">
          <ac:chgData name="suneetha gorli" userId="d91e28ba29754431" providerId="LiveId" clId="{6ACBCDCC-3032-40FE-B166-3BE88E1CB0F4}" dt="2026-07-24T04:10:14.141" v="234" actId="14100"/>
          <ac:spMkLst>
            <pc:docMk/>
            <pc:sldMk cId="2657692800" sldId="267"/>
            <ac:spMk id="111" creationId="{648F71A2-488E-CF1B-F5E0-3944318D906D}"/>
          </ac:spMkLst>
        </pc:spChg>
        <pc:picChg chg="add mod">
          <ac:chgData name="suneetha gorli" userId="d91e28ba29754431" providerId="LiveId" clId="{6ACBCDCC-3032-40FE-B166-3BE88E1CB0F4}" dt="2026-07-24T04:10:25.461" v="239" actId="1076"/>
          <ac:picMkLst>
            <pc:docMk/>
            <pc:sldMk cId="2657692800" sldId="267"/>
            <ac:picMk id="3" creationId="{EAD55412-DD29-598F-946F-2DA9A73C1C80}"/>
          </ac:picMkLst>
        </pc:picChg>
      </pc:sldChg>
      <pc:sldChg chg="modSp add mod">
        <pc:chgData name="suneetha gorli" userId="d91e28ba29754431" providerId="LiveId" clId="{6ACBCDCC-3032-40FE-B166-3BE88E1CB0F4}" dt="2026-07-24T04:12:14.715" v="256" actId="1076"/>
        <pc:sldMkLst>
          <pc:docMk/>
          <pc:sldMk cId="7675723" sldId="268"/>
        </pc:sldMkLst>
        <pc:spChg chg="mod">
          <ac:chgData name="suneetha gorli" userId="d91e28ba29754431" providerId="LiveId" clId="{6ACBCDCC-3032-40FE-B166-3BE88E1CB0F4}" dt="2026-07-24T04:12:14.715" v="256" actId="1076"/>
          <ac:spMkLst>
            <pc:docMk/>
            <pc:sldMk cId="7675723" sldId="268"/>
            <ac:spMk id="110" creationId="{489A37CA-7E78-320C-9AD0-E4C8EAEEF733}"/>
          </ac:spMkLst>
        </pc:spChg>
        <pc:spChg chg="mod">
          <ac:chgData name="suneetha gorli" userId="d91e28ba29754431" providerId="LiveId" clId="{6ACBCDCC-3032-40FE-B166-3BE88E1CB0F4}" dt="2026-07-24T04:12:09.515" v="255" actId="1076"/>
          <ac:spMkLst>
            <pc:docMk/>
            <pc:sldMk cId="7675723" sldId="268"/>
            <ac:spMk id="111" creationId="{BED26033-CAE6-C4EE-FD01-34F1C8AC41F9}"/>
          </ac:spMkLst>
        </pc:spChg>
      </pc:sldChg>
      <pc:sldChg chg="modSp add mod">
        <pc:chgData name="suneetha gorli" userId="d91e28ba29754431" providerId="LiveId" clId="{6ACBCDCC-3032-40FE-B166-3BE88E1CB0F4}" dt="2026-07-24T04:14:22.657" v="286" actId="1076"/>
        <pc:sldMkLst>
          <pc:docMk/>
          <pc:sldMk cId="3075803002" sldId="269"/>
        </pc:sldMkLst>
        <pc:spChg chg="mod">
          <ac:chgData name="suneetha gorli" userId="d91e28ba29754431" providerId="LiveId" clId="{6ACBCDCC-3032-40FE-B166-3BE88E1CB0F4}" dt="2026-07-24T04:14:18.999" v="285" actId="1076"/>
          <ac:spMkLst>
            <pc:docMk/>
            <pc:sldMk cId="3075803002" sldId="269"/>
            <ac:spMk id="110" creationId="{3EBF8C8E-A71B-6A34-B7C0-D3615A1DBA7B}"/>
          </ac:spMkLst>
        </pc:spChg>
        <pc:spChg chg="mod">
          <ac:chgData name="suneetha gorli" userId="d91e28ba29754431" providerId="LiveId" clId="{6ACBCDCC-3032-40FE-B166-3BE88E1CB0F4}" dt="2026-07-24T04:14:22.657" v="286" actId="1076"/>
          <ac:spMkLst>
            <pc:docMk/>
            <pc:sldMk cId="3075803002" sldId="269"/>
            <ac:spMk id="111" creationId="{88B113CA-5BB8-791D-6E0F-8FEA4DC17A24}"/>
          </ac:spMkLst>
        </pc:spChg>
      </pc:sldChg>
      <pc:sldChg chg="modSp add mod">
        <pc:chgData name="suneetha gorli" userId="d91e28ba29754431" providerId="LiveId" clId="{6ACBCDCC-3032-40FE-B166-3BE88E1CB0F4}" dt="2026-07-24T04:15:25.372" v="310" actId="14100"/>
        <pc:sldMkLst>
          <pc:docMk/>
          <pc:sldMk cId="947244859" sldId="270"/>
        </pc:sldMkLst>
        <pc:spChg chg="mod">
          <ac:chgData name="suneetha gorli" userId="d91e28ba29754431" providerId="LiveId" clId="{6ACBCDCC-3032-40FE-B166-3BE88E1CB0F4}" dt="2026-07-24T04:14:48.424" v="294" actId="14100"/>
          <ac:spMkLst>
            <pc:docMk/>
            <pc:sldMk cId="947244859" sldId="270"/>
            <ac:spMk id="110" creationId="{FFF8E827-5D8C-7897-28E2-7EC19F966641}"/>
          </ac:spMkLst>
        </pc:spChg>
        <pc:spChg chg="mod">
          <ac:chgData name="suneetha gorli" userId="d91e28ba29754431" providerId="LiveId" clId="{6ACBCDCC-3032-40FE-B166-3BE88E1CB0F4}" dt="2026-07-24T04:15:25.372" v="310" actId="14100"/>
          <ac:spMkLst>
            <pc:docMk/>
            <pc:sldMk cId="947244859" sldId="270"/>
            <ac:spMk id="111" creationId="{160CEE06-517F-6525-9B01-E6975CE709BB}"/>
          </ac:spMkLst>
        </pc:spChg>
      </pc:sldChg>
      <pc:sldChg chg="addSp modSp add mod">
        <pc:chgData name="suneetha gorli" userId="d91e28ba29754431" providerId="LiveId" clId="{6ACBCDCC-3032-40FE-B166-3BE88E1CB0F4}" dt="2026-07-24T04:21:53.105" v="351" actId="1076"/>
        <pc:sldMkLst>
          <pc:docMk/>
          <pc:sldMk cId="3243224886" sldId="271"/>
        </pc:sldMkLst>
        <pc:spChg chg="mod">
          <ac:chgData name="suneetha gorli" userId="d91e28ba29754431" providerId="LiveId" clId="{6ACBCDCC-3032-40FE-B166-3BE88E1CB0F4}" dt="2026-07-24T04:21:46.378" v="350" actId="20577"/>
          <ac:spMkLst>
            <pc:docMk/>
            <pc:sldMk cId="3243224886" sldId="271"/>
            <ac:spMk id="104" creationId="{0CB6298D-A09B-8619-444E-79465F143E4D}"/>
          </ac:spMkLst>
        </pc:spChg>
        <pc:spChg chg="mod">
          <ac:chgData name="suneetha gorli" userId="d91e28ba29754431" providerId="LiveId" clId="{6ACBCDCC-3032-40FE-B166-3BE88E1CB0F4}" dt="2026-07-24T04:20:11.460" v="343" actId="1076"/>
          <ac:spMkLst>
            <pc:docMk/>
            <pc:sldMk cId="3243224886" sldId="271"/>
            <ac:spMk id="105" creationId="{E1F156E5-6A59-C413-55A5-807DC38C74BE}"/>
          </ac:spMkLst>
        </pc:spChg>
        <pc:picChg chg="add mod">
          <ac:chgData name="suneetha gorli" userId="d91e28ba29754431" providerId="LiveId" clId="{6ACBCDCC-3032-40FE-B166-3BE88E1CB0F4}" dt="2026-07-24T04:21:53.105" v="351" actId="1076"/>
          <ac:picMkLst>
            <pc:docMk/>
            <pc:sldMk cId="3243224886" sldId="271"/>
            <ac:picMk id="3" creationId="{F6F9C8D6-C3C1-8ECA-2E8C-34D4B10349BB}"/>
          </ac:picMkLst>
        </pc:picChg>
      </pc:sldChg>
      <pc:sldChg chg="addSp delSp modSp add mod">
        <pc:chgData name="suneetha gorli" userId="d91e28ba29754431" providerId="LiveId" clId="{6ACBCDCC-3032-40FE-B166-3BE88E1CB0F4}" dt="2026-07-24T04:25:04.898" v="375" actId="1076"/>
        <pc:sldMkLst>
          <pc:docMk/>
          <pc:sldMk cId="2198803054" sldId="272"/>
        </pc:sldMkLst>
        <pc:spChg chg="mod">
          <ac:chgData name="suneetha gorli" userId="d91e28ba29754431" providerId="LiveId" clId="{6ACBCDCC-3032-40FE-B166-3BE88E1CB0F4}" dt="2026-07-24T04:24:15.823" v="369" actId="1076"/>
          <ac:spMkLst>
            <pc:docMk/>
            <pc:sldMk cId="2198803054" sldId="272"/>
            <ac:spMk id="104" creationId="{DA0D1B4E-36E1-CE95-F248-0F03AA962B3D}"/>
          </ac:spMkLst>
        </pc:spChg>
        <pc:spChg chg="mod">
          <ac:chgData name="suneetha gorli" userId="d91e28ba29754431" providerId="LiveId" clId="{6ACBCDCC-3032-40FE-B166-3BE88E1CB0F4}" dt="2026-07-24T04:24:18.457" v="370" actId="1076"/>
          <ac:spMkLst>
            <pc:docMk/>
            <pc:sldMk cId="2198803054" sldId="272"/>
            <ac:spMk id="105" creationId="{BA465009-5676-EACE-7A25-4717CFAADD7A}"/>
          </ac:spMkLst>
        </pc:spChg>
        <pc:picChg chg="del">
          <ac:chgData name="suneetha gorli" userId="d91e28ba29754431" providerId="LiveId" clId="{6ACBCDCC-3032-40FE-B166-3BE88E1CB0F4}" dt="2026-07-24T04:24:12.106" v="368" actId="478"/>
          <ac:picMkLst>
            <pc:docMk/>
            <pc:sldMk cId="2198803054" sldId="272"/>
            <ac:picMk id="3" creationId="{3B91EADE-A4BC-2EB7-53B1-9BF11543BC0D}"/>
          </ac:picMkLst>
        </pc:picChg>
        <pc:picChg chg="add mod">
          <ac:chgData name="suneetha gorli" userId="d91e28ba29754431" providerId="LiveId" clId="{6ACBCDCC-3032-40FE-B166-3BE88E1CB0F4}" dt="2026-07-24T04:25:04.898" v="375" actId="1076"/>
          <ac:picMkLst>
            <pc:docMk/>
            <pc:sldMk cId="2198803054" sldId="272"/>
            <ac:picMk id="4" creationId="{FBE43B99-3792-130C-D10A-58C9B7040039}"/>
          </ac:picMkLst>
        </pc:picChg>
        <pc:picChg chg="del">
          <ac:chgData name="suneetha gorli" userId="d91e28ba29754431" providerId="LiveId" clId="{6ACBCDCC-3032-40FE-B166-3BE88E1CB0F4}" dt="2026-07-24T04:24:10.892" v="367" actId="478"/>
          <ac:picMkLst>
            <pc:docMk/>
            <pc:sldMk cId="2198803054" sldId="272"/>
            <ac:picMk id="5" creationId="{7E57BED1-A14A-9383-3ABC-9769D151E9D3}"/>
          </ac:picMkLst>
        </pc:picChg>
        <pc:picChg chg="del">
          <ac:chgData name="suneetha gorli" userId="d91e28ba29754431" providerId="LiveId" clId="{6ACBCDCC-3032-40FE-B166-3BE88E1CB0F4}" dt="2026-07-24T04:24:06.701" v="365" actId="478"/>
          <ac:picMkLst>
            <pc:docMk/>
            <pc:sldMk cId="2198803054" sldId="272"/>
            <ac:picMk id="7" creationId="{86F07E0B-F596-32F0-4157-02929881120E}"/>
          </ac:picMkLst>
        </pc:picChg>
        <pc:picChg chg="del">
          <ac:chgData name="suneetha gorli" userId="d91e28ba29754431" providerId="LiveId" clId="{6ACBCDCC-3032-40FE-B166-3BE88E1CB0F4}" dt="2026-07-24T04:24:09.262" v="366" actId="478"/>
          <ac:picMkLst>
            <pc:docMk/>
            <pc:sldMk cId="2198803054" sldId="272"/>
            <ac:picMk id="9" creationId="{1E501E1E-5E58-F4BB-1AC7-F609DC6A4354}"/>
          </ac:picMkLst>
        </pc:picChg>
      </pc:sldChg>
      <pc:sldChg chg="modSp add mod">
        <pc:chgData name="suneetha gorli" userId="d91e28ba29754431" providerId="LiveId" clId="{6ACBCDCC-3032-40FE-B166-3BE88E1CB0F4}" dt="2026-07-24T04:45:00.470" v="391" actId="20577"/>
        <pc:sldMkLst>
          <pc:docMk/>
          <pc:sldMk cId="1909147686" sldId="273"/>
        </pc:sldMkLst>
        <pc:spChg chg="mod">
          <ac:chgData name="suneetha gorli" userId="d91e28ba29754431" providerId="LiveId" clId="{6ACBCDCC-3032-40FE-B166-3BE88E1CB0F4}" dt="2026-07-24T04:45:00.470" v="391" actId="20577"/>
          <ac:spMkLst>
            <pc:docMk/>
            <pc:sldMk cId="1909147686" sldId="273"/>
            <ac:spMk id="104" creationId="{31ACAC94-61D5-79E8-B73C-F6F9AEB62275}"/>
          </ac:spMkLst>
        </pc:spChg>
        <pc:spChg chg="mod">
          <ac:chgData name="suneetha gorli" userId="d91e28ba29754431" providerId="LiveId" clId="{6ACBCDCC-3032-40FE-B166-3BE88E1CB0F4}" dt="2026-07-24T04:36:25.669" v="382" actId="207"/>
          <ac:spMkLst>
            <pc:docMk/>
            <pc:sldMk cId="1909147686" sldId="273"/>
            <ac:spMk id="105" creationId="{FA4E8622-9C88-196D-3FA2-F07ACB4DFA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9B725AA-4ED9-B85C-797A-9EAE8CF9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44E946A-BD0C-82CC-C598-CB02DEC19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7C4C2D4-B1AF-47C3-5C1B-95BC72921E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7582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ED36355-3D84-0EB4-A8A1-EFECE755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71D93F8-E0D6-897C-AF09-23705834C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EE22B39-FBDA-74FF-CE52-1A219084F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5215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A33B145-A9DD-3848-580A-D8F608786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5EACF42-3D2A-32C7-0869-9A4719A8D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1427E1C-1E1E-5256-3735-6841655B36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8888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BEAF8A7-24BF-A2B8-BE24-2925C453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C5AEDAFD-43CF-7FDE-2104-FC0824258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17CDEB3-6527-D3CB-FF6F-7EF38F4E1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6947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0E675D1-7477-3EE2-2780-3FEF6A5B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0C0624A-34D1-88EB-9382-CEF5DD549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FE92B46-70FE-01C3-414C-71BB5B28C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8541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7D238C5-D36B-78F6-E563-78E021D6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AB70496-08A5-BE19-4DFB-6658CCEC5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C3DC538-14F3-D949-3844-6E57CCCE1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7059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ED48181-E35B-839D-C24A-E9157DAA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70B1DA8-89B9-F1F7-A069-9A21AA37C1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51FE3BD-92D2-FE6B-06EE-6398B66AA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6032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84EF05E-1461-889C-CE22-02A9FBE4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B8AE69F-1E25-4ECB-EF19-6FFE0F3A0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2974D87-7C3B-32B1-6B92-1A04169B15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0187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4A0BB30-4FAB-9854-D3EB-01570E88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B059B97-0B10-EDD5-3ACE-F496E58B26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9894663-F0E9-9120-FEE8-EBDD9E552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7514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360B8E1-38A0-56F6-D946-DC2229BEE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5F5C164-8109-37D3-B72A-D15DDA843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810E8D3-B32E-D268-DB8C-042365DD6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48879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752BACD-9CFF-942E-0591-35DF680F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DDA5419-0A17-BAF9-7E18-896DE12D7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AA82D90-FAF6-B9BE-4ACB-4AD9E38AF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2618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4FF52A-4AA3-12B3-3F23-AB88CB45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8BF05ED-F83F-6842-027E-84592EDB5A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22A5A94-CEB4-6529-87FA-9B577C0EC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1842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81521E1-E5CE-79AA-6848-E3EF0DB9C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16E20AF-20C9-B521-4541-241AA7C45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B382C15-ADD8-CC7B-2C8D-1CFA88052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54702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E71537C-4D9D-019A-3F2F-705D85D2C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C99F99F-73FD-56D2-B63B-33CB9EA6A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6AC5082-B13F-B6DC-9E2D-AA0C6D061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4067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32368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32444" y="4098312"/>
            <a:ext cx="7795889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Prediction Using Machine Learning Algorithms</a:t>
            </a:r>
            <a:endParaRPr sz="2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84063" y="999766"/>
            <a:ext cx="10809524" cy="5678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 Background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am a 4th-year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pursuing Computer Science Engineering. 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you want to learn Data Science 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to develop strong skills in data analysis, visualization, and problem-solving using real-world data. As a computer science student, I am interested in data-driven decision-making and aim to pursue a career in data-related roles.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work experience 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 with hands-on experience in Excel, EDA 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PowerBI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SQL-based data analysis projects, with a strong interest in data analytics roles.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https://www.linkedin.com/in/sanjanagorli/ 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https://github.com/Sanju0714 .</a:t>
            </a:r>
            <a:endParaRPr lang="en-US" sz="22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84063" y="521611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4B84D17-CCFE-70A8-BFF6-371DE494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D1B5C5CA-DE54-7BC2-DAB5-A47F5A96B99B}"/>
              </a:ext>
            </a:extLst>
          </p:cNvPr>
          <p:cNvSpPr txBox="1"/>
          <p:nvPr/>
        </p:nvSpPr>
        <p:spPr>
          <a:xfrm>
            <a:off x="503143" y="1517657"/>
            <a:ext cx="10809524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worldwide.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prediction helps identify high-risk patients before serious complications occur.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risk assessment using multiple health factors can be complex and time-consuming.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 learning model can assist healthcare professionals in making faster and more accurate predictions.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 supports timely treatment and improves patient outcomes.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8D91B53B-451D-0943-484E-53F2ABD638FE}"/>
              </a:ext>
            </a:extLst>
          </p:cNvPr>
          <p:cNvSpPr txBox="1"/>
          <p:nvPr/>
        </p:nvSpPr>
        <p:spPr>
          <a:xfrm>
            <a:off x="584063" y="521611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322331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9292A32-94C5-88A2-2BDE-647C64B45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470DA6FA-74F5-6ACC-397A-D7D22EADF903}"/>
              </a:ext>
            </a:extLst>
          </p:cNvPr>
          <p:cNvSpPr txBox="1"/>
          <p:nvPr/>
        </p:nvSpPr>
        <p:spPr>
          <a:xfrm>
            <a:off x="511234" y="1719957"/>
            <a:ext cx="10809524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whether a patient is likely to develop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Heart Disease (CHD)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the next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years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Framingham Heart Study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for prediction.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data by handling missing values, duplicates, and outliers.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 to understand the dataset.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three machine learning models.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 using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F1-Score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best-performing model for heart disease prediction.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C1F4D2FE-DC14-22A0-1F6A-A6C7D5A029D1}"/>
              </a:ext>
            </a:extLst>
          </p:cNvPr>
          <p:cNvSpPr txBox="1"/>
          <p:nvPr/>
        </p:nvSpPr>
        <p:spPr>
          <a:xfrm>
            <a:off x="600247" y="780556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50052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9D7928D-2BB3-207A-FCD8-655DBEB0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4682D81F-6CBB-3B44-8327-0CC8ECF103E3}"/>
              </a:ext>
            </a:extLst>
          </p:cNvPr>
          <p:cNvSpPr txBox="1"/>
          <p:nvPr/>
        </p:nvSpPr>
        <p:spPr>
          <a:xfrm>
            <a:off x="486959" y="1525749"/>
            <a:ext cx="10809524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likelihood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Coronary Heart Disease (CHD)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the next 10 years using machine learning.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understand the Framingham Heart Study dataset.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and preprocess the dataset for model training.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 to identify patterns and relationships.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Decision Tree, and Random Forest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F1-Score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best-performing model for heart disease prediction.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28111CB5-1340-767D-17DC-C72EC4530145}"/>
              </a:ext>
            </a:extLst>
          </p:cNvPr>
          <p:cNvSpPr txBox="1"/>
          <p:nvPr/>
        </p:nvSpPr>
        <p:spPr>
          <a:xfrm>
            <a:off x="689259" y="69154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454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C292C46-1FD0-8814-3C5F-D86F6E82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F9E2092D-FF3B-E2D3-4D81-BC3BE0684C51}"/>
              </a:ext>
            </a:extLst>
          </p:cNvPr>
          <p:cNvSpPr txBox="1"/>
          <p:nvPr/>
        </p:nvSpPr>
        <p:spPr>
          <a:xfrm>
            <a:off x="584063" y="1639037"/>
            <a:ext cx="10809524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Understanding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the problem of predicting heart disease risk.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the dataset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values, duplicates, and data types.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values, detected outliers, scaled features, and selected important features.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Logistic Regression, Decision Tree, and Random Forest models.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models using Accuracy, Precision, Recall, F1-Score, and Confusion Matrix.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best-performing model as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Pickle (.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for future predictions.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1101F11-4A20-4C98-E4E9-744C9B277384}"/>
              </a:ext>
            </a:extLst>
          </p:cNvPr>
          <p:cNvSpPr txBox="1"/>
          <p:nvPr/>
        </p:nvSpPr>
        <p:spPr>
          <a:xfrm>
            <a:off x="584063" y="689679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CRISP-ML(Q) Methodology</a:t>
            </a:r>
          </a:p>
        </p:txBody>
      </p:sp>
    </p:spTree>
    <p:extLst>
      <p:ext uri="{BB962C8B-B14F-4D97-AF65-F5344CB8AC3E}">
        <p14:creationId xmlns:p14="http://schemas.microsoft.com/office/powerpoint/2010/main" val="65082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E61F802-0393-F60A-88E8-671C636E5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0CB6298D-A09B-8619-444E-79465F143E4D}"/>
              </a:ext>
            </a:extLst>
          </p:cNvPr>
          <p:cNvSpPr txBox="1"/>
          <p:nvPr/>
        </p:nvSpPr>
        <p:spPr>
          <a:xfrm>
            <a:off x="438406" y="1274414"/>
            <a:ext cx="10809524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Framingham Heart Study Dataset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Type: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Binary Classification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No Heart Disease 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Heart Disease 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Statistics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4,238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 (including target variable)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 Float, 7 Integer 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1F156E5-6A59-C413-55A5-807DC38C74BE}"/>
              </a:ext>
            </a:extLst>
          </p:cNvPr>
          <p:cNvSpPr txBox="1"/>
          <p:nvPr/>
        </p:nvSpPr>
        <p:spPr>
          <a:xfrm>
            <a:off x="511235" y="341721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F9C8D6-C3C1-8ECA-2E8C-34D4B1034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956" y="5230612"/>
            <a:ext cx="7634364" cy="136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2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716655A-3501-2647-B5EC-32F26625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3E5D8763-7C57-164F-95E5-CAC31B190C63}"/>
              </a:ext>
            </a:extLst>
          </p:cNvPr>
          <p:cNvSpPr txBox="1"/>
          <p:nvPr/>
        </p:nvSpPr>
        <p:spPr>
          <a:xfrm>
            <a:off x="519327" y="1007376"/>
            <a:ext cx="6496468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the dataset using df.info(),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df.describe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().sum().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dataset structure, data types, and target variable.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missing values in different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statistical summary of numerical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these insights to guide the data preprocessing process.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4,238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 (including the target variable)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(Binary Classification)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 Float, 7 Integer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 in Education,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CigsPerDay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BPMeds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Total Cholesterol, BMI, Heart Rate, and Glucose.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target variable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TenYearCHD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9B449F2B-C088-0D89-E9EE-84E113F996D5}"/>
              </a:ext>
            </a:extLst>
          </p:cNvPr>
          <p:cNvSpPr txBox="1"/>
          <p:nvPr/>
        </p:nvSpPr>
        <p:spPr>
          <a:xfrm>
            <a:off x="519327" y="268893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65A0B1-0C05-4840-8891-254A64F03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030" y="853628"/>
            <a:ext cx="3887374" cy="483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5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F80510C-18A4-58EE-2427-760DC66B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85464DBD-99F0-930F-F92C-8C4979CB2353}"/>
              </a:ext>
            </a:extLst>
          </p:cNvPr>
          <p:cNvSpPr txBox="1"/>
          <p:nvPr/>
        </p:nvSpPr>
        <p:spPr>
          <a:xfrm>
            <a:off x="584064" y="1282987"/>
            <a:ext cx="8268624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dataset for missing values.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Mean, Median, and KNN Imputation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to handle missing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final model as it is less affected by outliers.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records.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potential outliers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numerical features before model training. 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successfully handled.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 records were found.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were standardized to improve model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cleaned and prepared for machine learning.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83EF6796-DCAE-7EDE-ACA3-43EEF40C9786}"/>
              </a:ext>
            </a:extLst>
          </p:cNvPr>
          <p:cNvSpPr txBox="1"/>
          <p:nvPr/>
        </p:nvSpPr>
        <p:spPr>
          <a:xfrm>
            <a:off x="584063" y="471194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A2201-D93A-A939-E064-70F3E768A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406" y="2541379"/>
            <a:ext cx="1347797" cy="1514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22946D-AA87-271F-B19A-5C18327B8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7751" y="2541379"/>
            <a:ext cx="1400185" cy="14906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44A6A-59DB-664F-1481-300E76F94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362" y="4257334"/>
            <a:ext cx="1300172" cy="1538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C560E3-6337-1605-9241-2E2E115629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1496" y="243916"/>
            <a:ext cx="2422556" cy="207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5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0BA6D69-1B29-A57B-BC6C-D1F19BD1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DA0D1B4E-36E1-CE95-F248-0F03AA962B3D}"/>
              </a:ext>
            </a:extLst>
          </p:cNvPr>
          <p:cNvSpPr txBox="1"/>
          <p:nvPr/>
        </p:nvSpPr>
        <p:spPr>
          <a:xfrm>
            <a:off x="584063" y="1703773"/>
            <a:ext cx="8268624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numerical features.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features before model training.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 all numerical features to a common scale.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features with larger values from dominating the model.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performance of machine learning algorithms.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were standardized with a mean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standard deviation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data was used for training and testing.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BA465009-5676-EACE-7A25-4717CFAADD7A}"/>
              </a:ext>
            </a:extLst>
          </p:cNvPr>
          <p:cNvSpPr txBox="1"/>
          <p:nvPr/>
        </p:nvSpPr>
        <p:spPr>
          <a:xfrm>
            <a:off x="584063" y="600667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43B99-3792-130C-D10A-58C9B7040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112" y="2375412"/>
            <a:ext cx="4029878" cy="189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0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CB4F649-BE44-5A62-690C-1F5A816B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A46628CE-8FE8-080B-3DA3-64A27A76C03C}"/>
              </a:ext>
            </a:extLst>
          </p:cNvPr>
          <p:cNvSpPr txBox="1"/>
          <p:nvPr/>
        </p:nvSpPr>
        <p:spPr>
          <a:xfrm>
            <a:off x="923929" y="1558117"/>
            <a:ext cx="9684730" cy="421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distribution of numerical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relationships between different variables.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feature distributions using histograms.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feature correlations using a heatmap.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potential outliers using box plots.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numerical features showed a normal or slightly skewed distribution.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features contained outliers, identified using box plots.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features showed stronger correlations with the target variable than others.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provided valuable insights for data preprocessing and model building.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0EA5E264-CCF6-303A-6BF9-4D5035529C5A}"/>
              </a:ext>
            </a:extLst>
          </p:cNvPr>
          <p:cNvSpPr txBox="1"/>
          <p:nvPr/>
        </p:nvSpPr>
        <p:spPr>
          <a:xfrm>
            <a:off x="923929" y="571477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224934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51C82F7-AF4F-82BB-3749-DB746160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31ACAC94-61D5-79E8-B73C-F6F9AEB62275}"/>
              </a:ext>
            </a:extLst>
          </p:cNvPr>
          <p:cNvSpPr txBox="1"/>
          <p:nvPr/>
        </p:nvSpPr>
        <p:spPr>
          <a:xfrm>
            <a:off x="923929" y="1558117"/>
            <a:ext cx="9684730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feature selection.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F-test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f_classif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the relationship between each feature and the target variable.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8 important 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model training.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relevant features.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less important or irrelevant features.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model complexity.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performance and efficiency.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were ranked based on their ANOVA F-scores.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8 features were selected for building the machine learning models.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FA4E8622-9C88-196D-3FA2-F07ACB4DFAF9}"/>
              </a:ext>
            </a:extLst>
          </p:cNvPr>
          <p:cNvSpPr txBox="1"/>
          <p:nvPr/>
        </p:nvSpPr>
        <p:spPr>
          <a:xfrm>
            <a:off x="923929" y="571477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190914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67417" y="127111"/>
            <a:ext cx="30849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532154" y="1290834"/>
            <a:ext cx="9211679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</a:t>
            </a:r>
          </a:p>
          <a:p>
            <a:pPr marL="1143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Logistic Regression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baseline classification model.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fast, and interpretable. </a:t>
            </a:r>
          </a:p>
          <a:p>
            <a:pPr marL="1143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Decision Tree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data using decision rules.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visualize. </a:t>
            </a:r>
          </a:p>
          <a:p>
            <a:pPr marL="1143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Random Forest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algorithm that combines multiple decision trees.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 and improves prediction accuracy. 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Process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Testing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all three models using the training dataset.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model performance on the testing dataset.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8BE5577-8604-7695-AD38-1251F9AEE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ECC4597-B014-C7A0-106A-A3CEBFF772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417" y="178025"/>
            <a:ext cx="5221284" cy="127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&amp; Results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48F71A2-488E-CF1B-F5E0-3944318D9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9290" y="1452674"/>
            <a:ext cx="9211679" cy="239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the overall correctness of the model.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how many predicted positive cases are actually positive.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how many actual positive cases are correctly identified.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Harmonic mean of Precision and Recall.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D55412-DD29-598F-946F-2DA9A73C1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180" y="3935026"/>
            <a:ext cx="5473041" cy="192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92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0067B31-9CBD-6397-7A16-307A9D599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89A37CA-7E78-320C-9AD0-E4C8EAEEF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6362" y="236507"/>
            <a:ext cx="2211047" cy="119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ED26033-CAE6-C4EE-FD01-34F1C8AC4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2051" y="1428398"/>
            <a:ext cx="9211679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machine learning model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Prediction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preprocessing, including missing value handling and feature scaling.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Exploratory Data Analysis (EDA) to understand the dataset.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and compared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Regression, Decision Tree, and Random Forest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F1-Score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overall performance with the highest accuracy 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86.1%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was selected as the final model.</a:t>
            </a:r>
          </a:p>
        </p:txBody>
      </p:sp>
    </p:spTree>
    <p:extLst>
      <p:ext uri="{BB962C8B-B14F-4D97-AF65-F5344CB8AC3E}">
        <p14:creationId xmlns:p14="http://schemas.microsoft.com/office/powerpoint/2010/main" val="7675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9AD260A-FB20-E00B-0070-0A5A8FE23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EBF8C8E-A71B-6A34-B7C0-D3615A1DBA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0638" y="374072"/>
            <a:ext cx="3716165" cy="119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4300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8B113CA-5BB8-791D-6E0F-8FEA4DC17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3959" y="1622607"/>
            <a:ext cx="9211679" cy="40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200" dirty="0"/>
              <a:t>Perform hyperparameter tuning to improve model performance. </a:t>
            </a:r>
          </a:p>
          <a:p>
            <a:r>
              <a:rPr lang="en-IN" sz="2200" dirty="0"/>
              <a:t>Train on larger and more diverse healthcare datasets. </a:t>
            </a:r>
          </a:p>
          <a:p>
            <a:r>
              <a:rPr lang="en-IN" sz="2200" dirty="0"/>
              <a:t>Deploy the model as a web application using Flask or </a:t>
            </a:r>
            <a:r>
              <a:rPr lang="en-IN" sz="2200" dirty="0" err="1"/>
              <a:t>Streamlit</a:t>
            </a:r>
            <a:r>
              <a:rPr lang="en-IN" sz="2200" dirty="0"/>
              <a:t>. </a:t>
            </a:r>
          </a:p>
          <a:p>
            <a:r>
              <a:rPr lang="en-IN" sz="2200" dirty="0"/>
              <a:t>Integrate the model into clinical decision support systems.</a:t>
            </a:r>
          </a:p>
        </p:txBody>
      </p:sp>
    </p:spTree>
    <p:extLst>
      <p:ext uri="{BB962C8B-B14F-4D97-AF65-F5344CB8AC3E}">
        <p14:creationId xmlns:p14="http://schemas.microsoft.com/office/powerpoint/2010/main" val="3075803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B0251A6-49D0-1327-E7A4-4B5F09E8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FF8E827-5D8C-7897-28E2-7EC19F966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0638" y="374072"/>
            <a:ext cx="5059443" cy="119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60CEE06-517F-6525-9B01-E6975CE70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3959" y="1622607"/>
            <a:ext cx="10781535" cy="450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&amp; Clinics: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 doctors in identifying patients at high risk of heart disease for early intervention.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Healthcare: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detect high-risk individuals before severe cardiac events occur.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Monitoring Apps: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with mobile or wearable health applications to provide personalized risk assessments.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Decision Support: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healthcare professionals by providing an additional prediction tool during diagnosis.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Screening Programs: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prioritize patients who require further medical tests and monitoring.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Research: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data to study risk factors and improve preventive healthcare strategies.</a:t>
            </a:r>
          </a:p>
        </p:txBody>
      </p:sp>
    </p:spTree>
    <p:extLst>
      <p:ext uri="{BB962C8B-B14F-4D97-AF65-F5344CB8AC3E}">
        <p14:creationId xmlns:p14="http://schemas.microsoft.com/office/powerpoint/2010/main" val="947244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1341</Words>
  <Application>Microsoft Office PowerPoint</Application>
  <PresentationFormat>Widescreen</PresentationFormat>
  <Paragraphs>168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Times New Roman</vt:lpstr>
      <vt:lpstr>Libre Baskerville</vt:lpstr>
      <vt:lpstr>Arial</vt:lpstr>
      <vt:lpstr>Lato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Building</vt:lpstr>
      <vt:lpstr>Model Evaluation &amp; Results</vt:lpstr>
      <vt:lpstr>Conclusion</vt:lpstr>
      <vt:lpstr>Future Scope</vt:lpstr>
      <vt:lpstr>Real-World 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suneetha gorli</cp:lastModifiedBy>
  <cp:revision>1</cp:revision>
  <dcterms:created xsi:type="dcterms:W3CDTF">2021-02-16T05:19:01Z</dcterms:created>
  <dcterms:modified xsi:type="dcterms:W3CDTF">2026-07-24T05:07:39Z</dcterms:modified>
</cp:coreProperties>
</file>